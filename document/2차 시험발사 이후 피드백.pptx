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4FFDE-35F5-C6FA-AD52-3F63E1E05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9F8944-777E-368B-8F01-726513A3D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F0D240-319E-035E-E924-507F0D84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D015A-D156-F36D-DA32-BC3AA37A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E88F34-F022-765E-FA68-8CFC5C04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362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92CF4-E88B-7AB2-20CE-A917605F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7C164-F5BB-7BA3-7A03-5C4766443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C899-E032-088D-D7D8-A36739CF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B10934-0427-0C37-713A-A8BA732A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75AE6-E68F-E4CD-4313-6BDF027B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9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CA2CD-1A4D-3CF6-4AAD-2E31863F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8E64B5-D730-F6B6-489D-8FF3F8827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4D29A-4A7B-BA7D-E048-081944EB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E23F5-41E0-82BB-D21D-E350C67B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4FF0E1-0BD3-FD23-BFFD-B43A33DF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9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660FB-EDC4-7E15-FDEA-F782E311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3CF34-5DB3-2C6C-DBD5-62C30AEB7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DD3360-F9D1-5BE6-7C4D-3DF0DF472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305D47-63D8-E805-1436-D853F910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102F40-429F-83C4-6D82-E496B433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4EDA3-9565-4576-0B4E-2037C416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241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7EE84-9904-83DC-74F3-0FF1CD50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51B01E-DDF8-D104-6C3F-EC3C354FB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17EC3A-F244-CD96-7A93-8EE93925C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08476B-95B9-7D37-A0AA-FB8F45466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38B4B8-6222-48CC-3417-738C34116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0FAB00-49BD-D532-4E61-A47F09D0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491CB2-5522-5198-BA22-EC2DFDDC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2A631F-9290-A117-0F07-94E42C6A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8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C9C81-BE06-2593-B1A4-338A0F55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AC238A-7AE5-E4C2-A3E5-A27B8E4D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5CAF4E-6493-5523-0764-470A020F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72F2CB-87CA-F012-7F46-A80B5958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3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3BC446-5D5F-42BC-B12C-960720B4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95C368-4CEE-5EC5-C30D-28ABFEF9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9BD40E-D403-A395-FBDD-8F86202A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9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77E2B-4DC5-68B5-7D3E-1B583679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228C5-C395-6471-25E9-7532CC3AD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2C9D75-E68C-425A-31D7-0F39D26D5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0849F-ECE6-741C-7FD2-03A77029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D5E1C-9FEE-7C90-0B39-1F2B1F25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896980-8B15-3625-7D12-26D650B6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75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AE15A-593A-5B7D-7AFA-DA87FA37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A8767A-94D2-0E46-F195-D0E367081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28D1BA-EF7C-1200-BA2C-784246AB0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778340-35EC-11C0-A4EA-ED6DAE45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21922F-204F-C79F-9603-6161748D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B7CCA2-261D-B7FD-C104-A8AC70DE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06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6EEBC-32D9-58D0-B5C8-942D576C5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79167-F301-7B41-E2BC-DB38CC807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0EE6DC-7B57-3708-8A3A-B1782714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C9F1F-AA83-7C2A-7470-09C38FC5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F7DF62-7664-4348-9109-49C53B49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91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1285E0-9275-A869-5E8B-AE61C7CF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5B1E23-306B-C3D4-7454-E4A174B8F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2C661-2D0A-10DB-9005-42B25030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622CE8-F9A5-B332-38FC-A857C042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A27A20-E1BB-5F95-EBA0-A9901B78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54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BCFF9D-99A0-4BA8-44B1-83974C7F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6E9911-64E3-A207-C24D-1C36B31AC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9D47A8-2382-D599-59D8-B79CE6AA1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F6E73-6EAC-45C4-A4AA-7CFF0A2ADEC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11EA5B-392E-B6E9-9070-DC9E1FDB8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C20760-1FDA-B27B-8A3E-8AA64060F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3BE37-AC2C-46A0-AB60-B1649B164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0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DE67-4F58-E733-2295-FF2AC329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3C5FB76-7021-C414-9B34-7ED34DE3EAB5}"/>
              </a:ext>
            </a:extLst>
          </p:cNvPr>
          <p:cNvSpPr/>
          <p:nvPr/>
        </p:nvSpPr>
        <p:spPr>
          <a:xfrm>
            <a:off x="2032000" y="646159"/>
            <a:ext cx="3519055" cy="47382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500" b="1" dirty="0"/>
              <a:t>문제점</a:t>
            </a:r>
            <a:endParaRPr lang="en-US" altLang="ko-KR" sz="2500" b="1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Calibrate -&gt; start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Strat </a:t>
            </a:r>
            <a:r>
              <a:rPr lang="ko-KR" altLang="en-US" dirty="0"/>
              <a:t>이후는 </a:t>
            </a:r>
            <a:r>
              <a:rPr lang="en-US" altLang="ko-KR" dirty="0"/>
              <a:t>KF, </a:t>
            </a:r>
            <a:r>
              <a:rPr lang="ko-KR" altLang="en-US" dirty="0"/>
              <a:t>밑 자세 적분 </a:t>
            </a:r>
            <a:r>
              <a:rPr lang="en-US" altLang="ko-KR" dirty="0"/>
              <a:t>, launch </a:t>
            </a:r>
            <a:r>
              <a:rPr lang="ko-KR" altLang="en-US" dirty="0"/>
              <a:t>감지 전부 다 </a:t>
            </a:r>
            <a:r>
              <a:rPr lang="ko-KR" altLang="en-US" dirty="0" err="1"/>
              <a:t>시작중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-&gt; </a:t>
            </a:r>
            <a:r>
              <a:rPr lang="ko-KR" altLang="en-US" dirty="0"/>
              <a:t>이로 인해 자세에서 자세 적분으로 </a:t>
            </a:r>
            <a:r>
              <a:rPr lang="ko-KR" altLang="en-US" dirty="0" err="1"/>
              <a:t>드리프트</a:t>
            </a:r>
            <a:r>
              <a:rPr lang="ko-KR" altLang="en-US" dirty="0"/>
              <a:t> 발생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D385451-B461-C775-4E83-0912AD244B25}"/>
              </a:ext>
            </a:extLst>
          </p:cNvPr>
          <p:cNvSpPr/>
          <p:nvPr/>
        </p:nvSpPr>
        <p:spPr>
          <a:xfrm>
            <a:off x="6640945" y="554180"/>
            <a:ext cx="3519055" cy="47382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500" b="1" dirty="0"/>
              <a:t>해결방안</a:t>
            </a:r>
            <a:endParaRPr lang="en-US" altLang="ko-KR" sz="2500" b="1" dirty="0"/>
          </a:p>
          <a:p>
            <a:pPr algn="ctr"/>
            <a:endParaRPr lang="en-US" altLang="ko-KR" sz="2500" b="1" dirty="0"/>
          </a:p>
          <a:p>
            <a:pPr algn="ctr"/>
            <a:r>
              <a:rPr lang="en-US" altLang="ko-KR" dirty="0"/>
              <a:t>Calibrate -&gt; Ready -&gt;start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Ready</a:t>
            </a:r>
            <a:r>
              <a:rPr lang="ko-KR" altLang="en-US" dirty="0"/>
              <a:t>시 초기자세와 초기고도만 가속도와 기압계센서로 측정 후 저장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Start</a:t>
            </a:r>
            <a:r>
              <a:rPr lang="ko-KR" altLang="en-US" dirty="0"/>
              <a:t>시 자세적분</a:t>
            </a:r>
            <a:r>
              <a:rPr lang="en-US" altLang="ko-KR" dirty="0"/>
              <a:t>, KF </a:t>
            </a:r>
            <a:r>
              <a:rPr lang="ko-KR" altLang="en-US" dirty="0"/>
              <a:t>실행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Start </a:t>
            </a:r>
            <a:r>
              <a:rPr lang="ko-KR" altLang="en-US" dirty="0"/>
              <a:t>명령이후 단기간안에 발사로 </a:t>
            </a:r>
            <a:r>
              <a:rPr lang="ko-KR" altLang="en-US" dirty="0" err="1"/>
              <a:t>드리프트를</a:t>
            </a:r>
            <a:r>
              <a:rPr lang="ko-KR" altLang="en-US" dirty="0"/>
              <a:t> 최소화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B433069-E382-F657-7BCE-4ED4D6504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052878"/>
              </p:ext>
            </p:extLst>
          </p:nvPr>
        </p:nvGraphicFramePr>
        <p:xfrm>
          <a:off x="2032000" y="547639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361814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01178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67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초기자세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b="0" i="0" dirty="0">
                          <a:effectLst/>
                          <a:latin typeface="Menlo"/>
                        </a:rPr>
                        <a:t>5.523 </a:t>
                      </a:r>
                      <a:r>
                        <a:rPr lang="ko-KR" altLang="ko-KR" b="0" i="0" dirty="0" err="1">
                          <a:effectLst/>
                          <a:latin typeface="Menlo"/>
                        </a:rPr>
                        <a:t>deg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5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Lauch </a:t>
                      </a:r>
                      <a:r>
                        <a:rPr lang="ko-KR" altLang="en-US" dirty="0"/>
                        <a:t>시점 자세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b="0" i="0" dirty="0">
                          <a:effectLst/>
                          <a:latin typeface="Menlo"/>
                        </a:rPr>
                        <a:t>22.922 </a:t>
                      </a:r>
                      <a:r>
                        <a:rPr lang="ko-KR" altLang="ko-KR" b="0" i="0" dirty="0" err="1">
                          <a:effectLst/>
                          <a:latin typeface="Menlo"/>
                        </a:rPr>
                        <a:t>deg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08290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099A0772-422B-756A-907B-A6ACFFA8B7D1}"/>
              </a:ext>
            </a:extLst>
          </p:cNvPr>
          <p:cNvSpPr/>
          <p:nvPr/>
        </p:nvSpPr>
        <p:spPr>
          <a:xfrm rot="16200000">
            <a:off x="5802745" y="2678161"/>
            <a:ext cx="586510" cy="7666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00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3FF0D-0009-3B00-822E-9BB8A050FD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E7A727-F17D-608C-5B49-D84B32953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F54F82-AFD1-B0A7-5F2D-A9F4C817D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998"/>
            <a:ext cx="12192000" cy="549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와이드스크린</PresentationFormat>
  <Paragraphs>21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Menlo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귀동 옥</dc:creator>
  <cp:lastModifiedBy>귀동 옥</cp:lastModifiedBy>
  <cp:revision>1</cp:revision>
  <dcterms:created xsi:type="dcterms:W3CDTF">2026-05-31T04:10:09Z</dcterms:created>
  <dcterms:modified xsi:type="dcterms:W3CDTF">2026-05-31T04:15:44Z</dcterms:modified>
</cp:coreProperties>
</file>